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de 30s: ParallelVision resuelve el cuello de botella de procesar miles de imágenes secuencialmente. Combina un pool de hilos CPU con kernels GPU, detecta el hardware automáticamente (CUDA - OpenCL - CPU, patrón Strategy) y muestra el speedup medido en vivo. Operaciones: grayscale, edges, blur, equalize. Dos modos: CLI headless y dashboard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de mercado: fotógrafos, equipos de ML (preprocesamiento de datasets), creadores de contenido. Alternativas como Lightroom o Topaz cuestan USD 100-200/año y suelen ser solo-NVIDIA. ParallelVision: open source, offline, cualquier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de una imagen: scan_folder lista paths y los encola con un sentinela None por worker. Cada worker hace get(), decodifica con cv2.imdecode; con GPU va al GpuBatcher (agrupa por shape, dispara a las 32), sin GPU llama backend.process(). Imagen procesada a cola de E/S (ImageSaver la escribe y arma manifest.json); registro (nombre, backend, op, ms) a cola de resultados (ResultAggregator lo vuelca al MetricsCollector). ProgressHub publica por WebSocket. Pregunta clásica: por qué no hay deadlock: un lock por estructura, nunca anidados, y las colas siempre tienen consumidores vivos hasta los sentinelas.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central: no existe LA primitiva de concurrencia; la habilidad está en elegir la adecuada. Razas evitadas: record() bajo lock (sin él, appends perdidos); GpuBatcher.add() extrae el bucket lleno dentro del lock pero procesa el lote afuera (no serializa la GPU); snapshot() del progreso bajo lock. Extra: call_soon_threadsafe puentea hilos y asyncio en ProgressHub; los workers nunca tocan la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insisten: cv2.imdecode/GaussianBlur/Canny sueltan el GIL al entrar a C. Numba también durante kernels y transferencias. La decodificación y el guardado son E/S de disco. Por eso el pool escala aunque sea CPython.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Patrones: Strategy (backends intercambiables tras una interfaz), Factory (get_backend encapsula la detección), Producer-Consumer (colas entre capas). Caso de borde real: en Windows Numba no encontraba las DLLs del CUDA Toolkit v12/v13; parcheamos rutas con os.add_dll_directory. Lección: detectar hardware es también manejar los entornos donde las APIs fallan.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familias de kernels: per-imagen usa grid 2D de bloques 16x16 (un hilo por píxel, guardia if x&lt;rows por el redondeo con ceil); los batcheados usan grid 3D donde la 3ra dimensión indexa cuál de las N imágenes procesa el hilo. Por qué 32: equilibrio entre amortizar transferencia y no acumular latencia/VRAM. Por qué semáforo en 2: solapa cómputo de un lote con transferencia del siguiente sin apilar lotes en VRAM. Sincronización CPU-GPU: to_device (H2D), kernel asíncrono, cuda.synchronize(), copy_to_host (D2H).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fino defendible: running solo lo apaga set_running(False) cuando el pipeline terminó de verdad (incluido el guardado), para que el front no refresque la galería antes de que exista manifest.json. En dev Vite proxya /api y /ws al backend en :8000, por eso no hace falta CORS.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se mide: tiempo GPU per-imagen vía TLS dentro del semáforo (no cuenta la espera); en lote se reporta el promedio amortizado (ms_total / N). time.perf_counter para duraciones. Honestidad técnica si preguntan por edges: CPU usa Canny (OpenCV) y GPU usa Sobel (kernel propio) — algoritmos distintos; las otras 3 operaciones sí son equivalentes. El speedup sigue siendo representativo del costo por píxel.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galería lee manifest.json que escribe el ImageSaver al terminar. GET /api/image sirve las imágenes validando con resolve() que el path quede dentro del directorio (previene path traversal).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qué mejorarían: unificar Canny/Sobel entre backends, streams CUDA para solapar copia y cómputo, equalize en color (hoy devuelve gris), sandbox del endpoint browse. Cerrar con la frase: la misma GPU puede acelerar 10 veces o frenar el sistema según cómo se la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LA MATANZA · PROGRAMACIÓN CONCURRENTE · 1C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ParallelVision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concurrente de procesamiento masivo de imágenes — CPU + GPU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Integrador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08/07/2026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Felice, Tomás Agustín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Cruz Zamudio, Axel Nahuel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Graneros, Brian Ariel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4920" y="822960"/>
            <a:ext cx="3749040" cy="3520440"/>
          </a:xfrm>
          <a:prstGeom prst="roundRect">
            <a:avLst>
              <a:gd name="adj" fmla="val 18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sessions/admiring-awesome-faraday/mnt/2026-PROGC-Q1-M6/TP-Integrador/docs/images/manual/03-pantalla-princip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170432"/>
            <a:ext cx="3474720" cy="2148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3429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 — backend CUDA (Tesla T4) detectado automáticamente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solución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miles de imágenes de forma secuencial genera un cuello de botella.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hilo desaprovecha los núcleos de la CPU y deja la GPU ociosa.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comerciales: caras, cerradas, o atadas a un solo fabricante de GPU.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productor-consumidor: carga, procesamiento y guardado corren en paralelo.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hilos CPU + kernels CUDA/OpenCL con batching por lotes.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del mejor backend, sin configurar nada.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444752" cy="402336"/>
          </a:xfrm>
          <a:prstGeom prst="roundRect">
            <a:avLst>
              <a:gd name="adj" fmla="val 45455"/>
            </a:avLst>
          </a:prstGeom>
          <a:solidFill>
            <a:srgbClr val="1E253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grayscale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29968" y="3886200"/>
            <a:ext cx="1444752" cy="402336"/>
          </a:xfrm>
          <a:prstGeom prst="roundRect">
            <a:avLst>
              <a:gd name="adj" fmla="val 45455"/>
            </a:avLst>
          </a:prstGeom>
          <a:solidFill>
            <a:srgbClr val="1E253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38862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(Sobel)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02736" y="3886200"/>
            <a:ext cx="1444752" cy="402336"/>
          </a:xfrm>
          <a:prstGeom prst="roundRect">
            <a:avLst>
              <a:gd name="adj" fmla="val 45455"/>
            </a:avLst>
          </a:prstGeom>
          <a:solidFill>
            <a:srgbClr val="1E253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38862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blur gaussiano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75504" y="3886200"/>
            <a:ext cx="1444752" cy="402336"/>
          </a:xfrm>
          <a:prstGeom prst="roundRect">
            <a:avLst>
              <a:gd name="adj" fmla="val 45455"/>
            </a:avLst>
          </a:prstGeom>
          <a:solidFill>
            <a:srgbClr val="1E253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388620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equalize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0" y="3886200"/>
            <a:ext cx="1828800" cy="402336"/>
          </a:xfrm>
          <a:prstGeom prst="roundRect">
            <a:avLst>
              <a:gd name="adj" fmla="val 45455"/>
            </a:avLst>
          </a:prstGeom>
          <a:solidFill>
            <a:srgbClr val="1E253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86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 ·  Dashboard web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operaciones · 2 modos de uso · cualquier hardware (NVIDIA, AMD, Intel o solo CPU)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5 capas — productor-consumidor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1234440"/>
          </a:xfrm>
          <a:prstGeom prst="roundRect">
            <a:avLst>
              <a:gd name="adj" fmla="val 5185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Carga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7393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 encola paths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image_loader.py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93392" y="1874520"/>
            <a:ext cx="118872" cy="22860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2130552" y="1371600"/>
            <a:ext cx="1517904" cy="1234440"/>
          </a:xfrm>
          <a:prstGeom prst="roundRect">
            <a:avLst>
              <a:gd name="adj" fmla="val 5185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1481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21992" y="177393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ImageQueue acotada thread-safe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21992" y="233172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queue_manager.py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66744" y="1874520"/>
            <a:ext cx="118872" cy="22860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3904" y="1371600"/>
            <a:ext cx="1517904" cy="1234440"/>
          </a:xfrm>
          <a:prstGeom prst="roundRect">
            <a:avLst>
              <a:gd name="adj" fmla="val 5185"/>
            </a:avLst>
          </a:prstGeom>
          <a:solidFill>
            <a:srgbClr val="1E2532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95344" y="1481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Workers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95344" y="177393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hilos + backend GPU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33172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worker.py · backend/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40096" y="1874520"/>
            <a:ext cx="118872" cy="22860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7256" y="1371600"/>
            <a:ext cx="1517904" cy="1234440"/>
          </a:xfrm>
          <a:prstGeom prst="roundRect">
            <a:avLst>
              <a:gd name="adj" fmla="val 5185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68696" y="1481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Agregador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68696" y="177393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speedup bajo Lock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68696" y="233172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13448" y="1874520"/>
            <a:ext cx="118872" cy="22860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150608" y="1371600"/>
            <a:ext cx="1517904" cy="1234440"/>
          </a:xfrm>
          <a:prstGeom prst="roundRect">
            <a:avLst>
              <a:gd name="adj" fmla="val 5185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481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42048" y="177393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+ React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42048" y="233172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 · frontend/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62272" y="2679192"/>
            <a:ext cx="201168" cy="292608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29" name="Shape 27"/>
          <p:cNvSpPr/>
          <p:nvPr/>
        </p:nvSpPr>
        <p:spPr>
          <a:xfrm>
            <a:off x="2103120" y="3063240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8600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E/S → ImageSaver (hilo dedicado de guardado)   </a:t>
            </a:r>
            <a:pPr indent="0" marL="0">
              <a:buNone/>
            </a:pPr>
            <a:r>
              <a:rPr lang="en-US" sz="1200" i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disco no frena el cómputo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1E2532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4069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ordenado:  </a:t>
            </a:r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sentinelas None (1 por worker) → shutdown(wait) → flush_all() → sentinela al agregador → join() de colas e hilos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problema, su primitiva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4173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5216" y="170992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workers (default 4, flag --workers) que decodifican y procesan en paralelo.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255117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worker.py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73552" y="13258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4173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acotada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1568" y="170992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Contrapresión: si los consumidores no dan abasto, el productor se bloquea en put() y no llena la RAM.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01568" y="255117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queue_manager.py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9904" y="13258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173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0" y="170992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métricas y buckets. Patrón: copiar dentro del lock, calcular afuera.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55117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" y="30632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(2)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5216" y="335584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2 lotes simultáneos en GPU: regula un recurso contable (VRAM), no es un lock binario.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5216" y="419709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backend/base.py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73552" y="29718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30632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Storage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01568" y="335584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hilo (tiempo GPU, flag fallback) sin sincronizar: se elimina el compartir.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419709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worker.py · cuda.py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9904" y="29718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632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+ join()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17920" y="3355848"/>
            <a:ext cx="2441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termina consumidores; task_done()/join() garantizan que nada quede sin procesar.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419709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todas las colas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SEGURA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el GIL? ¿Por qué hilos y no procesos?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sirven los hilos si hay GIL?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GIL solo serializa bytecode Python.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NumPy y las llamadas CUDA/OpenCL liberan el GIL en código nativo.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un hilo espera a la GPU o al disco (E/S), los demás avanzan.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multiprocessing?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son arrays grandes: entre procesos habría que serializarlas (pickle); entre hilos se comparten por referencia.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CUDA/OpenCL se comparte entre hilos; por proceso costaría VRAM y tiempo.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GIL no es el cuello de botella acá.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1E2532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estructurar tareas que progresan solapadas.  </a:t>
            </a:r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ejecución física simultánea (núcleos CPU con GIL liberado; miles de hilos GPU, SIMT).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backend — Strategy + 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get_backend()  —  primer backend disponible, en orden de prioridad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CUDA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NVIDIA — kernels Numba JIT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cuda.is_available()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99232" y="1965960"/>
            <a:ext cx="274320" cy="292608"/>
          </a:xfrm>
          <a:prstGeom prst="rightArrow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OpenCL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AMD / Intel — PyOpenCL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cl.get_platforms()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9592" y="1965960"/>
            <a:ext cx="274320" cy="292608"/>
          </a:xfrm>
          <a:prstGeom prst="rightArrow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1E2532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CPU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universal — OpenCV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siempre disponible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en 3 capas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guard: except ImportError si falta la librería.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al driver: ¿hay hardware real?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específicas → degrada al siguiente, nunca aborta.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612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común (ABC GPUBackend)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process(image, operation) · process_batch(images, op)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es agnóstico al hardware. Prueba: agregar OpenCL no tocó una línea del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GPU no garantiza velocidad: hay que alimentarla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93392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por lote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GpuBatcher agrupa por shape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1325880"/>
            <a:ext cx="1993392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41732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79192" y="21214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PCIe por lote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9192" y="25237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H2D y D2H amortizadas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1325880"/>
            <a:ext cx="1993392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41732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09744" y="21214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simultáneos (semáforo)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9744" y="25237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saturar la VRAM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1325880"/>
            <a:ext cx="1993392" cy="1554480"/>
          </a:xfrm>
          <a:prstGeom prst="roundRect">
            <a:avLst>
              <a:gd name="adj" fmla="val 411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41732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940296" y="21214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(H, W, N) batcheado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0296" y="2523744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lanzamiento, N imágenes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1600200"/>
          </a:xfrm>
          <a:prstGeom prst="roundRect">
            <a:avLst>
              <a:gd name="adj" fmla="val 4000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29184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dominante no es calcular: es mover datos por el bus PCIe. 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implementación ingenua (kernel + transferencia por imagen) puede ser más lenta que la CPU.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 warmup() descuenta la compilación JIT de las métricas  ·  cuda.atomic.add para el histograma (varios hilos, mismo bin)  ·  OOM de VRAM → fallback en caliente a CPU por imagen, etiquetada cpu-fallback (no aborta).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 — FastAPI + React + WebSocket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212080" cy="3474720"/>
          </a:xfrm>
          <a:prstGeom prst="roundRect">
            <a:avLst>
              <a:gd name="adj" fmla="val 1842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admiring-awesome-faraday/mnt/2026-PROGC-Q1-M6/TP-Integrador/docs/images/manual/03-pantalla-princip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44752"/>
            <a:ext cx="4882896" cy="3026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448056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progreso vía WebSocket · badge del backend detectado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852160" y="1280160"/>
            <a:ext cx="2834640" cy="3474720"/>
          </a:xfrm>
          <a:prstGeom prst="roundRect">
            <a:avLst>
              <a:gd name="adj" fmla="val 2258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463040"/>
            <a:ext cx="2514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para configurar y lanzar; WebSocket para el progreso en vivo.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ProgressHub: los workers escriben bajo Lock y despiertan al event loop con call_soon_threadsafe — nunca tocan la red.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corrida bloqueada: segundo POST /start → HTTP 409.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/start responde 202 y corre el pipeline en background.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GPU vs CPU — medido, no estimado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73.18 ms  →  GPU 6.82 ms por imagen (blur, NVIDIA Tesla T4, Google Colab)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benchmark: cada imagen genera 2 registros — la GPU procesa y guarda; una CPU secundaria solo cronometra.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 = media(ms CPU) / media(ms GPU)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con ventana deslizante de 10 muestras; exportación CSV con los datos crudos.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77640" y="1325880"/>
            <a:ext cx="4709160" cy="3474720"/>
          </a:xfrm>
          <a:prstGeom prst="roundRect">
            <a:avLst>
              <a:gd name="adj" fmla="val 1842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sessions/admiring-awesome-faraday/mnt/2026-PROGC-Q1-M6/TP-Integrador/docs/images/manual/07-speed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1508760"/>
            <a:ext cx="43434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60520" y="4343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en vivo (Recharts): tiempo por lote CPU vs GPU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e inspector antes / después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017520"/>
          </a:xfrm>
          <a:prstGeom prst="roundRect">
            <a:avLst>
              <a:gd name="adj" fmla="val 2121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admiring-awesome-faraday/mnt/2026-PROGC-Q1-M6/TP-Integrador/docs/images/manual/10-inspec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78638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con comparador deslizante (operación: edges) · cada corrida deja manifest.json + reporte CSV · salida nombrada nombre_operacion_timestamp.ext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equipo y 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coordinado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 con develop + PRs con revisión aprobada obligatoria.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y guía de estilo (funciones ≤ 15 líneas, sin números mágicos).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 + pytest: 16 archivos de test (backends, colas, semáforo, batcher, integración, endpoints).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acordada al inicio: interfaces estables para avanzar en paralelo.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1C26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pilares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Concurrencia bien modelada — la primitiva correcta para cada problema.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GPU bien aprovechada — batching, grid 3D, transferencias amortizadas.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Proceso disciplinado — estándares, PRs, arquitectura temprana.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1E2532"/>
          </a:solidFill>
          <a:ln w="9525">
            <a:solidFill>
              <a:srgbClr val="2A32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160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performance no es un accidente del hardware: es una consecuencia del diseño.”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ParallelVision — TP Integrador Programación Concurrente</dc:title>
  <dc:subject>PptxGenJS Presentation</dc:subject>
  <dc:creator>Felice · De La Cruz Zamudio · Graneros</dc:creator>
  <cp:lastModifiedBy>Felice · De La Cruz Zamudio · Graneros</cp:lastModifiedBy>
  <cp:revision>1</cp:revision>
  <dcterms:created xsi:type="dcterms:W3CDTF">2026-07-07T19:44:08Z</dcterms:created>
  <dcterms:modified xsi:type="dcterms:W3CDTF">2026-07-07T19:44:08Z</dcterms:modified>
</cp:coreProperties>
</file>